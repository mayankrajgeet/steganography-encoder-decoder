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8"/>
  </p:notesMasterIdLst>
  <p:sldIdLst>
    <p:sldId id="256" r:id="rId5"/>
    <p:sldId id="2146847054" r:id="rId6"/>
    <p:sldId id="262" r:id="rId7"/>
    <p:sldId id="263" r:id="rId8"/>
    <p:sldId id="265" r:id="rId9"/>
    <p:sldId id="2146847057" r:id="rId10"/>
    <p:sldId id="2146847060" r:id="rId11"/>
    <p:sldId id="2146847064" r:id="rId12"/>
    <p:sldId id="2146847063" r:id="rId13"/>
    <p:sldId id="2146847062" r:id="rId14"/>
    <p:sldId id="2146847061" r:id="rId15"/>
    <p:sldId id="2146847055" r:id="rId16"/>
    <p:sldId id="25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9" autoAdjust="0"/>
    <p:restoredTop sz="94660"/>
  </p:normalViewPr>
  <p:slideViewPr>
    <p:cSldViewPr snapToGrid="0">
      <p:cViewPr varScale="1">
        <p:scale>
          <a:sx n="77" d="100"/>
          <a:sy n="77" d="100"/>
        </p:scale>
        <p:origin x="267" y="3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2/25/2025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2/25/2025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2/25/2025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2/25/2025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2/25/2025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yankRajgeet/Steganography-Encoder-Decoder.git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DATA HIDING IN IMAGES USING STEGANOGRAPHY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529" y="4586365"/>
            <a:ext cx="7980183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 : Mayank Rajgeet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 &amp; Department :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Galgotias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University, School of Computer Science and Engineering</a:t>
            </a:r>
          </a:p>
          <a:p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Technology used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Wow factor </a:t>
            </a:r>
            <a:endParaRPr lang="en-US" sz="2000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End users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Result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Conclusion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Git-hub Link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Future scope</a:t>
            </a:r>
          </a:p>
          <a:p>
            <a:pPr marL="0" indent="0">
              <a:buNone/>
            </a:pPr>
            <a:endParaRPr lang="en-US" sz="2000" b="1" dirty="0">
              <a:latin typeface="Arial"/>
              <a:ea typeface="+mn-lt"/>
              <a:cs typeface="+mn-lt"/>
            </a:endParaRPr>
          </a:p>
          <a:p>
            <a:pPr marL="305435" indent="-305435"/>
            <a:endParaRPr lang="en-US" sz="2000" b="1" dirty="0">
              <a:latin typeface="Arial"/>
              <a:ea typeface="+mn-lt"/>
              <a:cs typeface="+mn-lt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19FE381-B18A-8878-984E-8E1055A5B3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2438" y="1569129"/>
            <a:ext cx="10352411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rising cyber threats, secure communication is essential to protect sensitive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encryption can attract attention, making messages a target for interception.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uses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steganography with AES encryption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conceal secret messages within images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ensuring confidentiality.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hidden data remains undetectable, providing a secure way to transmit information.</a:t>
            </a: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Technology  used</a:t>
            </a:r>
            <a:endParaRPr lang="en-US" sz="44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79F2E57-A156-265E-9F61-BD48647049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598350"/>
            <a:ext cx="10100842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Programming Language: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Libraries Used: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OpenCV: For image processing (loading, modifying, and saving images).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NumPy: For efficient numerical operations and data manipulation.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PyCryptodome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For AES encryption and decryption of messages.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Base64: For encoding encrypted messages into a suitable format for hiding in images.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Hashlib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For generating secure password-based keys.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OS &amp; Glob: For file handling and searching for image files.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Platform: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Windows (Compatible with other OS like Linux &amp; macOS)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3.x environment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 (For project hosting and version control)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771730"/>
            <a:ext cx="11029616" cy="530296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Wow factors</a:t>
            </a:r>
            <a:endParaRPr lang="en-US" sz="32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684AE46-A119-5410-B004-13510EB31C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1" y="1463434"/>
            <a:ext cx="990865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 Security with AES Encryption: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Unlike basic steganography, this project combines encryption with hiding techniques, making data extraction nearly impossible without the correct password.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Randomized Pixel Encoding: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Instead of sequential embedding, this method scatters data across the image using a password-derived randomization technique, enhancing security.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Multiple Image Formats: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Works seamlessly with PNG, JPG, BMP, and other formats, making it adaptable to various use cases.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Password-Protected Encoding &amp; Decoding: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Only authorized users with the correct password can retrieve the hidden message, preventing unauthorized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Minimal Image Distortion: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Ensures that visual changes in the image are imperceptible, making detection of hidden data highly unlikely.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Cross-Platform Compatibility: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Works on Windows, Linux, and macOS with minimal dependencies, making it easy to deploy anywhere.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5986D-DBC5-8220-FE6F-7F2ABC7C4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End users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BEDAEE-F6DC-1DC3-131B-7DCC6C8C48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467309"/>
            <a:ext cx="9128865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Cybersecurity Professionals: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Useful for secure communication and protecting sensitive data from interception.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Government &amp; Defense Agencies: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be utilized for classified communication and covert data transfer.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Journalists &amp; Whistleblowers: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Helps in securely transmitting sensitive information without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Corporate &amp; Business Entities: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to protect confidential documents and internal communications.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Law Enforcement Agencies: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Assists in undercover operations and secure exchange of intelligence.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Individuals Concerned with Privacy: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Useful for anyone who wants to protect personal data from prying eyes.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043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8070C-FF0D-BBE3-3D8A-C3794CCCE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Results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689707D-2E58-813F-354D-7E5FE91473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413" r="28455"/>
          <a:stretch/>
        </p:blipFill>
        <p:spPr>
          <a:xfrm>
            <a:off x="740227" y="1323778"/>
            <a:ext cx="4945225" cy="467360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6ACADB-3136-3680-6AB7-17A99C7BE8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63" t="7438" r="31236"/>
          <a:stretch/>
        </p:blipFill>
        <p:spPr>
          <a:xfrm>
            <a:off x="6400804" y="1307192"/>
            <a:ext cx="5050969" cy="46901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2EC32C-8527-4F7C-B22E-F5B21AE0CE06}"/>
              </a:ext>
            </a:extLst>
          </p:cNvPr>
          <p:cNvSpPr txBox="1"/>
          <p:nvPr/>
        </p:nvSpPr>
        <p:spPr>
          <a:xfrm>
            <a:off x="783770" y="6155844"/>
            <a:ext cx="8708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SOURCE CODE: ENCODE.PY</a:t>
            </a:r>
          </a:p>
        </p:txBody>
      </p:sp>
    </p:spTree>
    <p:extLst>
      <p:ext uri="{BB962C8B-B14F-4D97-AF65-F5344CB8AC3E}">
        <p14:creationId xmlns:p14="http://schemas.microsoft.com/office/powerpoint/2010/main" val="2083715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C2982-5D96-4200-3439-270BD7A25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86963-5163-F547-EF40-6EC1424B5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02513C-4EB1-EB9E-A95E-10BC7464D955}"/>
              </a:ext>
            </a:extLst>
          </p:cNvPr>
          <p:cNvSpPr txBox="1"/>
          <p:nvPr/>
        </p:nvSpPr>
        <p:spPr>
          <a:xfrm>
            <a:off x="783770" y="6155844"/>
            <a:ext cx="8708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SOURCE CODE: DECODE.PY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27F691-52EE-FBA1-8294-BD02503BAD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92" t="4853" r="29194"/>
          <a:stretch/>
        </p:blipFill>
        <p:spPr>
          <a:xfrm>
            <a:off x="581193" y="1285478"/>
            <a:ext cx="5203498" cy="46733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80CC2A-A655-B1FC-AE73-B603F79342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99" t="3900" r="37812" b="22267"/>
          <a:stretch/>
        </p:blipFill>
        <p:spPr>
          <a:xfrm>
            <a:off x="5872572" y="1285479"/>
            <a:ext cx="5913420" cy="4673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323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C8545-38C1-1B03-D716-B9CF11F97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4E4C2-2C38-A4E3-A56D-98CC79D51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5B9C0-10B3-D17E-FA45-E742CF48B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/>
              <a:t>Output Screenshot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88C59A-04CC-CDC1-2DE5-70C19110C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99" y="1837325"/>
            <a:ext cx="7128588" cy="445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88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C6B3D-1072-C2D2-EBFE-E33CABE39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8E9F374-4C76-4FB9-66EC-BD50724F35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1" y="1987493"/>
            <a:ext cx="985665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successfully addresses the need for secure and discreet communication by integrating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AES encryption with steganography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By embedding encrypted data within images using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randomized pixel approach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 system ensures confidentiality and prevents detection.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password-based access control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further enhances security, making it accessible only to authorized users. This solution is highly applicable in cybersecurity, journalism, defense, and corporate sectors where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privacy and covert communication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crucial. Ultimately, this project demonstrates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practical and efficient approach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secure data transmission, mitigating risks of interception and unauthorized access.</a:t>
            </a:r>
          </a:p>
        </p:txBody>
      </p:sp>
    </p:spTree>
    <p:extLst>
      <p:ext uri="{BB962C8B-B14F-4D97-AF65-F5344CB8AC3E}">
        <p14:creationId xmlns:p14="http://schemas.microsoft.com/office/powerpoint/2010/main" val="4233882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9F08C-D61F-627D-C4E5-397E3E84F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299DD-46FA-7866-41D8-C1BFCC2F6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https://github.com/MayankRajgeet/Steganography-Encoder-Decoder.git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0664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scope(optional)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44B05E-CD04-A5EF-7F25-CE89431D36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6714" y="1374955"/>
            <a:ext cx="10547118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for Video Steganography: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Expanding the project to hide encrypted messages within video files, increasing security and capacity.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Cloud Storage: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Enabling secure transmission and retrieval of encoded images through cloud platforms for accessibility and scalability.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AI-Powered Steganalysis Resistance: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Implementing adaptive algorithms to counteract steganalysis techniques used to detect hidden messages.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 Encryption Mechanisms: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Incorporating multi-layer encryption or hybrid cryptographic approaches for additional security.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Mobile Applications: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Developing a mobile-friendly version to facilitate secure communication on smartphones.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Cross-Media Steganography: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Extending the project to support hiding encrypted data in audio files, documents, or other digital formats.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Blockchain-Based Authentication: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blockchain technology to ensure tamper-proof authentication of encoded messages and prevent unauthorized modifications.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User-Friendly GUI: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Enhancing usability by integrating a graphical user interface (GUI) for easier encoding and decoding without requiring technical expertise.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30265f8-c5e2-4918-b4a1-b977299ca3e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0268AC5E70984D8FE60B7154176407" ma:contentTypeVersion="15" ma:contentTypeDescription="Create a new document." ma:contentTypeScope="" ma:versionID="104e359103f0f57b1cf9676756e5b944">
  <xsd:schema xmlns:xsd="http://www.w3.org/2001/XMLSchema" xmlns:xs="http://www.w3.org/2001/XMLSchema" xmlns:p="http://schemas.microsoft.com/office/2006/metadata/properties" xmlns:ns3="b30265f8-c5e2-4918-b4a1-b977299ca3e2" xmlns:ns4="fadb41d3-f9cb-40fb-903c-8cacaba95bb5" targetNamespace="http://schemas.microsoft.com/office/2006/metadata/properties" ma:root="true" ma:fieldsID="5615b8f8aa772998bad551f24a33de0e" ns3:_="" ns4:_="">
    <xsd:import namespace="b30265f8-c5e2-4918-b4a1-b977299ca3e2"/>
    <xsd:import namespace="fadb41d3-f9cb-40fb-903c-8cacaba95bb5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0265f8-c5e2-4918-b4a1-b977299ca3e2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db41d3-f9cb-40fb-903c-8cacaba95bb5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89AE2-D2AE-49D1-AFAC-3A79F6794255}">
  <ds:schemaRefs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fadb41d3-f9cb-40fb-903c-8cacaba95bb5"/>
    <ds:schemaRef ds:uri="http://purl.org/dc/terms/"/>
    <ds:schemaRef ds:uri="b30265f8-c5e2-4918-b4a1-b977299ca3e2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D71778-17EE-4151-88AE-C8F4E8043B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0265f8-c5e2-4918-b4a1-b977299ca3e2"/>
    <ds:schemaRef ds:uri="fadb41d3-f9cb-40fb-903c-8cacaba95b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59</TotalTime>
  <Words>744</Words>
  <Application>Microsoft Office PowerPoint</Application>
  <PresentationFormat>Widescreen</PresentationFormat>
  <Paragraphs>80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SECURE DATA HIDING IN IMAGES USING STEGANOGRAPHY</vt:lpstr>
      <vt:lpstr>OUTLINE</vt:lpstr>
      <vt:lpstr>Problem Statement</vt:lpstr>
      <vt:lpstr>Technology  used</vt:lpstr>
      <vt:lpstr>Wow factors</vt:lpstr>
      <vt:lpstr>End users</vt:lpstr>
      <vt:lpstr>Results</vt:lpstr>
      <vt:lpstr>Results</vt:lpstr>
      <vt:lpstr>Results</vt:lpstr>
      <vt:lpstr>Conclusion</vt:lpstr>
      <vt:lpstr>GitHub Link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Mayank Rajgeet</cp:lastModifiedBy>
  <cp:revision>28</cp:revision>
  <dcterms:created xsi:type="dcterms:W3CDTF">2021-05-26T16:50:10Z</dcterms:created>
  <dcterms:modified xsi:type="dcterms:W3CDTF">2025-02-25T18:43:20Z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0x0101007F0268AC5E70984D8FE60B7154176407</vt:lpwstr>
  </property>
</Properties>
</file>